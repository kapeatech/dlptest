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Relationship Id="rId5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46ABB-DC8A-CE73-4543-362D3007D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B2F40-3C52-89D0-36FB-0D3421D9A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6D267-189A-7D80-161F-4306E0661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E5C8-BE4A-4916-8359-8CD25FCFFEC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1F84E-BDB5-7F08-FEB1-AAAFCAAAD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D998C-3CC2-76FF-3E47-0C74DDB6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2A1D-F708-497D-83C3-6483DEA6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33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FA02D-FAFE-4F64-0C64-F4D30C7BB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7327A-DE0A-8072-FF47-2C71C511F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0C886-59F9-E4F8-E2E7-F74827BD2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E5C8-BE4A-4916-8359-8CD25FCFFEC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54F04-FB2A-7658-DBE5-356749CB1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83AFB-A673-6987-F2DB-14FEBAA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2A1D-F708-497D-83C3-6483DEA6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2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71333-4C5C-0C76-47A6-25452AE60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65D4C-9529-4AFE-A3EF-6FD2678F5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EE262-7DB7-63B6-DD5A-774B663F4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E5C8-BE4A-4916-8359-8CD25FCFFEC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4C11D-B7A9-FAF3-A614-2A198BBE0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DC5EA-6132-61BD-3753-2E77135E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2A1D-F708-497D-83C3-6483DEA6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7A74F-BFB8-E152-0075-0BC666BE0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3AE0F-D602-0244-CF1B-A271AE3F95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DC0F90-F959-6505-B704-F70828984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80B15-1902-5BD2-5475-9AB22E624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E5C8-BE4A-4916-8359-8CD25FCFFEC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CC89B-C873-7D44-DA64-CBF0024AE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D0FBC-58DA-0E8B-76D9-8E43C466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2A1D-F708-497D-83C3-6483DEA6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26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2E09-79FC-6C87-9648-605898A8A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A5CBB-6BB7-6CFC-0306-CFDA0CE4C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BAF76-0B2F-816C-DE1F-BFD3C170B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A91BE-77C8-2BE2-AF98-34B212CB8F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A71690-8EEB-1B9A-B19B-3BA14D77D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22DBF3-65B4-CA87-9121-E0264D7D5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E5C8-BE4A-4916-8359-8CD25FCFFEC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2B744-A4FC-62DB-730F-7A47A13C0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F64ADE-D76A-BC2D-DE1C-AF5B570BA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2A1D-F708-497D-83C3-6483DEA6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04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0353-4358-13A4-DAC4-3660EDCB4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C5BD77-C43B-8A86-36AD-27DF26152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E5C8-BE4A-4916-8359-8CD25FCFFEC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ED5747-6DD3-8D3F-0D8B-B84C164AD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C81AA8-D718-D8E9-ADF5-A0A539EE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2A1D-F708-497D-83C3-6483DEA6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09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BE0EB6-9069-324B-FEF2-D6BD59B25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E5C8-BE4A-4916-8359-8CD25FCFFEC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035643-083D-E3A2-BD37-4690924F9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DD2FE-1470-BA1D-0723-88191540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2A1D-F708-497D-83C3-6483DEA6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25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3040A-FFAD-C084-F444-453DC5A9B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94D75-EDD2-4176-6024-15444B883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5BCE2-6D03-98BB-FB0F-98BFA224B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49044-5D4F-9A3A-E174-1659696B4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E5C8-BE4A-4916-8359-8CD25FCFFEC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53A5E-6081-AB3F-05B9-1D76AEBA2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61F66-A5D4-BB3E-99FB-0761E390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2A1D-F708-497D-83C3-6483DEA6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62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8A549-EF24-43F3-A8CF-CC1E15C18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8CE334-90EF-94CA-FE49-C1C78DBA6B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F8F2F-AEF8-03B1-8264-D1A8334FE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CE0EA-8ADE-5C16-6260-16EBF35D9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E5C8-BE4A-4916-8359-8CD25FCFFEC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E5BBD-3CA3-B4AF-FF3A-6F3285EBA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7A849-190B-6D27-820D-2EFF5C60D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2A1D-F708-497D-83C3-6483DEA6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08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C870-F2F2-3255-4798-6362996F8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B4E16E-DCC8-C1F6-07CB-45C2C770F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0939E-7F54-0018-06F1-A25E5DD2F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E5C8-BE4A-4916-8359-8CD25FCFFEC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09F47-002F-8A77-F54A-57F783A18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753FE-37D4-FE11-352B-5D472A437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2A1D-F708-497D-83C3-6483DEA6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3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36C590-413A-2ECC-BC84-D0B0520C7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0F0DA5-4B09-3B4F-392B-8C342327F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B8EC9-6AFF-D01F-0DB7-591F8A9DA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3E5C8-BE4A-4916-8359-8CD25FCFFEC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9AF19-10E1-0597-40F6-1CE53BD9F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32EB4-51CE-6273-A363-AD953A9D5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2A1D-F708-497D-83C3-6483DEA6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60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838D62-A5AF-C954-5766-0EFD0F63F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393A0-8FF0-0CB3-EB23-FF0C67D13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5F812-561D-C543-85C0-F498E03842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3E5C8-BE4A-4916-8359-8CD25FCFFECF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2FA0A-2A83-5FA2-A249-9B5ECD25F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E9B40-B2AE-639E-6CC9-A83E1D1E98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42A1D-F708-497D-83C3-6483DEA6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5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8E444-F2C7-D23B-4A3B-64214508F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77837"/>
          </a:xfrm>
        </p:spPr>
        <p:txBody>
          <a:bodyPr>
            <a:normAutofit/>
          </a:bodyPr>
          <a:lstStyle/>
          <a:p>
            <a:r>
              <a:rPr lang="en-US" sz="1400" dirty="0"/>
              <a:t>SSN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6B91D2-1D95-E26A-1A27-788B01D9F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00200"/>
            <a:ext cx="9144000" cy="480974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en-US" dirty="0" err="1"/>
              <a:t>SSN,gender,birthdate,maiden</a:t>
            </a:r>
            <a:r>
              <a:rPr lang="en-US" dirty="0"/>
              <a:t> </a:t>
            </a:r>
            <a:r>
              <a:rPr lang="en-US" dirty="0" err="1"/>
              <a:t>name,last</a:t>
            </a:r>
            <a:r>
              <a:rPr lang="en-US" dirty="0"/>
              <a:t> </a:t>
            </a:r>
            <a:r>
              <a:rPr lang="en-US" dirty="0" err="1"/>
              <a:t>name,first</a:t>
            </a:r>
            <a:r>
              <a:rPr lang="en-US" dirty="0"/>
              <a:t> </a:t>
            </a:r>
            <a:r>
              <a:rPr lang="en-US" dirty="0" err="1"/>
              <a:t>name,address,city,state,zip,phone,email</a:t>
            </a:r>
            <a:endParaRPr lang="en-US" dirty="0"/>
          </a:p>
          <a:p>
            <a:pPr algn="l"/>
            <a:r>
              <a:rPr lang="en-US" dirty="0"/>
              <a:t>172-32-1176,m,4/21/1958,Smith,White,Johnson,10932 Bigge </a:t>
            </a:r>
            <a:r>
              <a:rPr lang="en-US" dirty="0" err="1"/>
              <a:t>Rd,Menlo</a:t>
            </a:r>
            <a:r>
              <a:rPr lang="en-US" dirty="0"/>
              <a:t> Park,CA,94025,408 496-7223,jwhite@domain.com</a:t>
            </a:r>
          </a:p>
          <a:p>
            <a:pPr algn="l"/>
            <a:r>
              <a:rPr lang="en-US" dirty="0"/>
              <a:t>514-14-8905,f,12/22/1944,Amaker,Borden,Ashley,4469 Sherman Street,Goff,KS,66428,785-939-6046,aborden@domain.com</a:t>
            </a:r>
          </a:p>
          <a:p>
            <a:pPr algn="l"/>
            <a:r>
              <a:rPr lang="en-US" dirty="0"/>
              <a:t>213-46-8915,f,4/21/1958,Pinson,Green,Marjorie,309 63rd St. #411,Oakland,CA,94618,415 986-7020,mgreen@domain.com</a:t>
            </a:r>
          </a:p>
          <a:p>
            <a:pPr algn="l"/>
            <a:r>
              <a:rPr lang="en-US" dirty="0"/>
              <a:t>524-02-7657,m,3/25/1962,Hall,Munsch,Jerome,2183 Roy Alley,Centennial,CO,80112,303-901-6123,jmunsch@domain.com</a:t>
            </a:r>
          </a:p>
          <a:p>
            <a:pPr algn="l"/>
            <a:r>
              <a:rPr lang="en-US" dirty="0"/>
              <a:t>489-36-8350,m,9/6/1964,Porter,Aragon,Robert,3181 White Oak </a:t>
            </a:r>
            <a:r>
              <a:rPr lang="en-US" dirty="0" err="1"/>
              <a:t>Drive,Kansas</a:t>
            </a:r>
            <a:r>
              <a:rPr lang="en-US" dirty="0"/>
              <a:t> City,MO,66215,816-645-6936,raragon@domain.com</a:t>
            </a:r>
          </a:p>
          <a:p>
            <a:pPr algn="l"/>
            <a:r>
              <a:rPr lang="en-US" dirty="0"/>
              <a:t>514-30-2668,f,5/27/1986,Nicholson,Russell,Jacki,3097 Better </a:t>
            </a:r>
            <a:r>
              <a:rPr lang="en-US" dirty="0" err="1"/>
              <a:t>Street,Kansas</a:t>
            </a:r>
            <a:r>
              <a:rPr lang="en-US" dirty="0"/>
              <a:t> City,MO,66215,913-227-6106,jrussell@domain.com</a:t>
            </a:r>
          </a:p>
          <a:p>
            <a:pPr algn="l"/>
            <a:r>
              <a:rPr lang="en-US" dirty="0"/>
              <a:t>505-88-5714,f,9/23/1963,Mcclain,Venson,Lillian,539 Kyle </a:t>
            </a:r>
            <a:r>
              <a:rPr lang="en-US" dirty="0" err="1"/>
              <a:t>Street,Wood</a:t>
            </a:r>
            <a:r>
              <a:rPr lang="en-US" dirty="0"/>
              <a:t> River,NE,68883,308-583-8759,lvenson@domain.com</a:t>
            </a:r>
          </a:p>
          <a:p>
            <a:pPr algn="l"/>
            <a:r>
              <a:rPr lang="en-US" dirty="0"/>
              <a:t>690-05-5315,m,10/2/1969,Kings,Conley,Thomas,570 Nancy Street,Morrisville,NC,27560,919-656-6779,tconley@domain.com</a:t>
            </a:r>
          </a:p>
          <a:p>
            <a:pPr algn="l"/>
            <a:r>
              <a:rPr lang="en-US" dirty="0"/>
              <a:t>646-44-9061,M,1/12/1978,Kurtz,Jackson,Charles,1074 Small </a:t>
            </a:r>
            <a:r>
              <a:rPr lang="en-US" dirty="0" err="1"/>
              <a:t>Street,New</a:t>
            </a:r>
            <a:r>
              <a:rPr lang="en-US" dirty="0"/>
              <a:t> York,NY,10011,212-847-4915,cjackson@domain.com</a:t>
            </a:r>
          </a:p>
          <a:p>
            <a:pPr algn="l"/>
            <a:r>
              <a:rPr lang="en-US" dirty="0"/>
              <a:t>421-37-1396,f,4/9/1980,Linden,Davis,Susan,4222 Bedford Street,Jasper,AL,35501,205-221-9156,sdavis@domain.com</a:t>
            </a:r>
          </a:p>
          <a:p>
            <a:pPr algn="l"/>
            <a:r>
              <a:rPr lang="en-US" dirty="0"/>
              <a:t>461-97-5660,f,1/4/1975,Kingdon,Watson,Gail,3414 Gore Street,Houston,TX,77002,713-547-3414,gwatson@domain.com</a:t>
            </a:r>
          </a:p>
          <a:p>
            <a:pPr algn="l"/>
            <a:r>
              <a:rPr lang="en-US" dirty="0"/>
              <a:t>660-03-8360,f,7/11/1953,Onwunli,Garrison,Lisa,515 Hillside </a:t>
            </a:r>
            <a:r>
              <a:rPr lang="en-US" dirty="0" err="1"/>
              <a:t>Drive,Lake</a:t>
            </a:r>
            <a:r>
              <a:rPr lang="en-US" dirty="0"/>
              <a:t> Charles,LA,70629,337-965-2982,lgarrison@domain.com</a:t>
            </a:r>
          </a:p>
          <a:p>
            <a:pPr algn="l"/>
            <a:r>
              <a:rPr lang="en-US" dirty="0"/>
              <a:t>751-01-2327,f,2/16/1968,Simpson,Renfro,Julie,4032 Arron Smith Drive,Kaunakakai,HI,96748,808-560-1638,jrenfro@domain.com</a:t>
            </a:r>
          </a:p>
          <a:p>
            <a:pPr algn="l"/>
            <a:r>
              <a:rPr lang="en-US" dirty="0"/>
              <a:t>559-81-1301,m,1/20/1952,Mcafee,Heard,James,2865 Driftwood </a:t>
            </a:r>
            <a:r>
              <a:rPr lang="en-US" dirty="0" err="1"/>
              <a:t>Road,San</a:t>
            </a:r>
            <a:r>
              <a:rPr lang="en-US" dirty="0"/>
              <a:t> Jose,CA,95129,408-370-0031,jheard@domain.com</a:t>
            </a:r>
          </a:p>
          <a:p>
            <a:pPr algn="l"/>
            <a:r>
              <a:rPr lang="en-US" dirty="0"/>
              <a:t>624-84-9181,m,1/16/1980,Frazier,Reyes,Danny,3500 Diane </a:t>
            </a:r>
            <a:r>
              <a:rPr lang="en-US" dirty="0" err="1"/>
              <a:t>Street,San</a:t>
            </a:r>
            <a:r>
              <a:rPr lang="en-US" dirty="0"/>
              <a:t> Luis Obispo,CA,93401,805-369-0464,dreyes@domain.com</a:t>
            </a:r>
          </a:p>
          <a:p>
            <a:pPr algn="l"/>
            <a:r>
              <a:rPr lang="en-US" dirty="0"/>
              <a:t>449-48-3135,m,6/14/1982,Feusier,Hall,Mark,4986 Chapel Street,Houston,TX,77077,281-597-5517,mhall@domain.com</a:t>
            </a:r>
          </a:p>
          <a:p>
            <a:pPr algn="l"/>
            <a:r>
              <a:rPr lang="en-US" dirty="0"/>
              <a:t>477-36-0282,m,3/10/1961,Vasquez,Mceachern,Monte,456 Oral Lake Road,Minneapolis,MN,55401,952-412-3707,mmceachern@domain.com</a:t>
            </a:r>
          </a:p>
          <a:p>
            <a:pPr algn="l"/>
            <a:r>
              <a:rPr lang="en-US" dirty="0"/>
              <a:t>458-02-6124,m,9/20/1955,Pennebaker,Diaz,Christopher,582 Thrash Trail,Dallas,TX,75247,903-624-9156,cdiaz@domain.com</a:t>
            </a:r>
          </a:p>
          <a:p>
            <a:pPr algn="l"/>
            <a:r>
              <a:rPr lang="en-US" dirty="0"/>
              <a:t>044-34-6954,m,5/28/1967,Simpson,Lowe,Tim,1620 Maxwell </a:t>
            </a:r>
            <a:r>
              <a:rPr lang="en-US" dirty="0" err="1"/>
              <a:t>Street,East</a:t>
            </a:r>
            <a:r>
              <a:rPr lang="en-US" dirty="0"/>
              <a:t> Hartford,CT,6108,860-755-0293,tlowe@domain.com</a:t>
            </a:r>
          </a:p>
          <a:p>
            <a:pPr algn="l"/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6928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57b1d82-0d86-4bd7-9f4c-5d919d85793e}" enabled="1" method="Standard" siteId="{e95f1b23-abaf-45ee-821d-b7ab251ab3b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SSN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Jared Brunson</dc:creator>
  <cp:lastModifiedBy>Jared Brunson</cp:lastModifiedBy>
  <cp:revision>1</cp:revision>
  <dcterms:created xsi:type="dcterms:W3CDTF">2025-09-11T14:08:45Z</dcterms:created>
  <dcterms:modified xsi:type="dcterms:W3CDTF">2025-09-11T14:10:02Z</dcterms:modified>
</cp:coreProperties>
</file>