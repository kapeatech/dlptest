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59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File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Test Patient Information</a:t>
            </a:r>
          </a:p>
          <a:p>
            <a:endParaRPr lang="en-US" dirty="0"/>
          </a:p>
          <a:p>
            <a:r>
              <a:rPr lang="en-US" dirty="0"/>
              <a:t>Patient: John Smith</a:t>
            </a:r>
          </a:p>
          <a:p>
            <a:r>
              <a:rPr lang="en-US" dirty="0"/>
              <a:t>SSN: 165-48-9521</a:t>
            </a:r>
          </a:p>
          <a:p>
            <a:r>
              <a:rPr lang="en-US" dirty="0"/>
              <a:t>DOB: 11/02/1951</a:t>
            </a:r>
          </a:p>
          <a:p>
            <a:r>
              <a:rPr lang="en-US" dirty="0"/>
              <a:t>Diagnosis: E11.9 Type 2 Diabetes mellitus without complications</a:t>
            </a:r>
          </a:p>
          <a:p>
            <a:r>
              <a:rPr lang="en-US" dirty="0"/>
              <a:t>Medication: Metformin (Glucophage), Tylenol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CEA47E2CF61D4BBA4AE524ACDC91FD" ma:contentTypeVersion="14" ma:contentTypeDescription="Create a new document." ma:contentTypeScope="" ma:versionID="0837ef462f5af31a4e100cb957e9b8dd">
  <xsd:schema xmlns:xsd="http://www.w3.org/2001/XMLSchema" xmlns:xs="http://www.w3.org/2001/XMLSchema" xmlns:p="http://schemas.microsoft.com/office/2006/metadata/properties" xmlns:ns1="http://schemas.microsoft.com/sharepoint/v3" xmlns:ns2="c2913ed7-5af0-4391-86b5-18403e814e65" xmlns:ns3="8aeef092-8794-4ba9-ace7-bac05e9d62fd" targetNamespace="http://schemas.microsoft.com/office/2006/metadata/properties" ma:root="true" ma:fieldsID="9d2f457b3663c6ed52a99285843b3136" ns1:_="" ns2:_="" ns3:_="">
    <xsd:import namespace="http://schemas.microsoft.com/sharepoint/v3"/>
    <xsd:import namespace="c2913ed7-5af0-4391-86b5-18403e814e65"/>
    <xsd:import namespace="8aeef092-8794-4ba9-ace7-bac05e9d62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913ed7-5af0-4391-86b5-18403e814e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f0ac6538-d41a-4f9a-bd67-5f7ae81a6d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eef092-8794-4ba9-ace7-bac05e9d62f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c2913ed7-5af0-4391-86b5-18403e814e6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4B7C9E7-584C-4841-81BF-3D2BA0425402}"/>
</file>

<file path=customXml/itemProps2.xml><?xml version="1.0" encoding="utf-8"?>
<ds:datastoreItem xmlns:ds="http://schemas.openxmlformats.org/officeDocument/2006/customXml" ds:itemID="{CF74DC42-6BE5-41F2-9633-D99F8D0CB995}"/>
</file>

<file path=customXml/itemProps3.xml><?xml version="1.0" encoding="utf-8"?>
<ds:datastoreItem xmlns:ds="http://schemas.openxmlformats.org/officeDocument/2006/customXml" ds:itemID="{130250A7-5DC6-48EE-9335-0EAA34FF0090}"/>
</file>

<file path=docMetadata/LabelInfo.xml><?xml version="1.0" encoding="utf-8"?>
<clbl:labelList xmlns:clbl="http://schemas.microsoft.com/office/2020/mipLabelMetadata">
  <clbl:label id="{c13d91f3-4735-4533-a1ab-f7c8b798f5b9}" enabled="1" method="Standard" siteId="{e95f1b23-abaf-45ee-821d-b7ab251ab3b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Test File Content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Mackey, Taylor R. (maveris Llc)</dc:creator>
  <cp:keywords/>
  <dc:description>generated using python-pptx</dc:description>
  <cp:lastModifiedBy>Mackey, Taylor R. (maveris Llc)</cp:lastModifiedBy>
  <cp:revision>2</cp:revision>
  <dcterms:created xsi:type="dcterms:W3CDTF">2013-01-27T09:14:16Z</dcterms:created>
  <dcterms:modified xsi:type="dcterms:W3CDTF">2026-02-23T18:08:42Z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0x01010096CEA47E2CF61D4BBA4AE524ACDC91FD</vt:lpwstr>
  </property>
</Properties>
</file>